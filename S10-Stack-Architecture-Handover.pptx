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S10-Stack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A90D9"/>
                </a:solidFill>
                <a:latin typeface="Microsoft YaHei"/>
              </a:defRPr>
            </a:pPr>
            <a:r>
              <a:t>Data Trading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CCEE"/>
                </a:solidFill>
                <a:latin typeface="Microsoft YaHei"/>
              </a:defRPr>
            </a:pPr>
            <a:r>
              <a:t>产品架构 / 技术栈 / 开发交接文档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2026-04-11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1. 产品概述与整体架构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2. 技术栈总览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3. 服务清单与端口映射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4. 前端应用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5. 后端服务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6. 数据管道 (Airflow / dbt / OpenMetadata)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7. 认证与SSO (Keycloak)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8. 反向代理与路由 (Traefik)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9. 开发工作流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10. 关键配置与环境变量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1. 产品概述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S10-Stack / Data Trading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S10-Stack 是一套基于 Docker Compose 的现代数据平台，采用微服务架构，涵盖数据治理、数据集成、BI分析、元数据管理等核心能力。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F9A"/>
                </a:solidFill>
                <a:latin typeface="Microsoft YaHei"/>
              </a:defRPr>
            </a:pPr>
            <a:r>
              <a:t>反向代理层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Traefik v3.5.2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TLS 终止 / HTTPS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路径路由 / 负载均衡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Prometheus 指标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103120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Microsoft YaHei"/>
              </a:defRPr>
            </a:pPr>
            <a:r>
              <a:t>认证层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603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Keycloak 26.3.4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OIDC / SSO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PKI 证书登录 (可选)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前置认证代理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03120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0D9"/>
                </a:solidFill>
                <a:latin typeface="Microsoft YaHei"/>
              </a:defRPr>
            </a:pPr>
            <a:r>
              <a:t>应用层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5603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dts-admin (管理后台)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dts-platform (数据平台)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dts-ingestion (数据接入)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dts-analytics (分析引擎)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97680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前端层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Admin UI (React 18)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Platform UI (React 18)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Hetu BI (河图)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Vite 6 构建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297680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Microsoft YaHei"/>
              </a:defRPr>
            </a:pPr>
            <a:r>
              <a:t>数据管道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7548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Airflow 2.9.3 调度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dbt 1.10.0 转换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OpenMetadata 1.11.5 治理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Addax ETL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4297680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66"/>
                </a:solidFill>
                <a:latin typeface="Microsoft YaHei"/>
              </a:defRPr>
            </a:pPr>
            <a:r>
              <a:t>存储层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7548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PostgreSQL 17.6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Elasticsearch 8.11.4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Trino 451 (可选)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文件/对象存储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整体架构图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822960"/>
          </a:xfrm>
          <a:prstGeom prst="round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用户 / 浏览器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HTTPS (443)  -&gt;  *.dts.local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11247120" cy="822960"/>
          </a:xfrm>
          <a:prstGeom prst="round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Traefik 反向代理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TLS终止  |  路径路由  |  前置认证  |  安全头  |  CORS  |  Prometheus指标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66160"/>
            <a:ext cx="11247120" cy="10972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应用服务层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dts-admin (:8081)    dts-platform (:8081)    dts-ingestion (:8081)    dts-analytics (:8081)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19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Admin UI (:3000)     Platform UI (:5173)     Keycloak SSO (:8080)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60"/>
            <a:ext cx="11247120" cy="914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数据管道层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5780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Airflow (调度)    dbt (转换)    OpenMetadata (治理)    Addax (ETL)    Elasticsearch (搜索)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6126480"/>
            <a:ext cx="11247120" cy="54864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172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存储层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PostgreSQL 17.6 (dts_admin / dts_platform / dts_common / dts_analytics / keycloak / airflow / openmetadata)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852160" y="2194560"/>
            <a:ext cx="457200" cy="27432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5852160" y="3291840"/>
            <a:ext cx="457200" cy="27432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5852160" y="4663440"/>
            <a:ext cx="457200" cy="27432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5852160" y="5852160"/>
            <a:ext cx="457200" cy="27432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2. 技术栈总览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Technology Stack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1828800"/>
                <a:gridCol w="393192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版本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前端框架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React + TypeScript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18.3 / 5.6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SPA单页应用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构建工具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Vite + pnpm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6.2 / 10.28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开发/构建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UI组件库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Ant Design + Tailwind CSS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5.22 / 4.1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组件 / 样式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状态管理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Zustand + TanStack Query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4.5 / 5.60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前端状态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后端框架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Spring Boot (JHipster)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3.4.5 (8.11)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Java微服务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运行环境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Java (Temurin)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21 LTS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JRE运行时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构建工具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Maven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3.9.9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Java构建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数据库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PostgreSQL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17.6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关系型数据库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搜索引擎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Elasticsearch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8.11.4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全文搜索/索引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认证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Keycloak (OIDC)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26.3.4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SSO/OAuth2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反向代理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Traefik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3.5.2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路由/TLS/负载均衡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调度引擎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Apache Airflow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2.9.3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DAG调度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数据转换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dbt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1.10.0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SQL转换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数据治理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OpenMetadata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1.11.5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元数据/血缘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容器化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Docker + Compose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27.5.1 / v2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容器编排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代码质量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Biome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2.1.3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Lint/Format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3. 服务清单 - 基础设施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Infrastructure Services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474720"/>
                <a:gridCol w="1554480"/>
                <a:gridCol w="36576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服务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镜像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端口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dts-proxy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traefik:v3.5.2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80/443/8080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反向代理 / TLS终止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dts-pg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postgres:17.6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5432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主数据库 (所有服务共用)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dts-keycloak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keycloak:26.3.4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8080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OIDC/SSO认证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dts-elasticsearch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elasticsearch:8.11.4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9200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搜索引擎 (OpenMetadata)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dts-airflow-webserver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dts-airflow-om:2.9.3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18090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Airflow Web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dts-airflow-scheduler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dts-airflow-om:2.9.3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DAG调度器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dts-airflow-triggerer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dts-airflow-om:2.9.3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异步触发器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dts-openmetadata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openmetadata/server:1.11.5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18585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数据治理平台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dts-openmetadata-ingestion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openmetadata/ingestion:1.11.5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元数据采集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dts-dbt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dts-dbt:1.10.0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dbt数据转换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3. 服务清单 - 应用服务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Application Services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280160"/>
          <a:ext cx="117957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188720"/>
                <a:gridCol w="1920240"/>
                <a:gridCol w="1371600"/>
                <a:gridCol w="329184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服务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镜像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生产端口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开发端口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数据库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dts-admin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dts-admin:1.0.0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8081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18081 / 5005(debug)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dts_admin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管理后台 (组织/用户/角色/审计)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dts-platform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dts-platform:1.0.0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8081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18082 / 5006(debug)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dts_platform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数据平台 (目录/血缘/管道)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dts-ingestion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dts-ingestion:1.0.0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8081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18083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dts_common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数据接入 (多源连接器)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dts-analytics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dts-analytics:1.0.0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8081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18084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dts_analytics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分析引擎 (BI/报表)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dts-admin-webapp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dts-admin-webapp:1.0.0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80(nginx)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18011(Vite)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Admin React SPA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dts-platform-webapp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dts-platform-webapp:1.0.0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80(nginx)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18012(Vite)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Platform React SPA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3. 域名与端口映射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URL &amp; Port Mapping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1645920"/>
                <a:gridCol w="36576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服务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外部URL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开发端口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Traefik 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http://127.0.0.1:8080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8080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路由管理面板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Admin UI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https://biadmin.dts.local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18011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管理后台前端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Admin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https://api.dts.local/admin/*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18081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管理后台接口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Platform UI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https://bi.dts.local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18012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数据平台前端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Platform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https://api.dts.local/platform/*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18082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数据平台接口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Keycloak SSO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https://sso.dts.local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认证登录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Airflow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https://flow.dts.local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18090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DAG管理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OpenMetadata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https://meta.dts.local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18585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数据治理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Hetu BI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https://bi.dts.local/dashboards/*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BI大屏/仪表盘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PostgreSQL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localhost:5432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5432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数据库直连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4. 前端应用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Frontend Applications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949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F9A"/>
                </a:solidFill>
                <a:latin typeface="Microsoft YaHei"/>
              </a:defRPr>
            </a:pPr>
            <a:r>
              <a:t>dts-admin-webapp (管理后台)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路径: source/dts-admin-webapp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React 18.2 + TypeScript 5.6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Vite 6.2 + pnpm 10.28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Ant Design 5.22 + Tailwind CSS 4.1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Zustand (状态) + React Query (数据)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React Router 7 + Axios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Biome 2.1 (代码质量)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功能模块: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- 组织/部门/用户管理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- 角色权限 (RBAC)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- 审计日志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- 系统配置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- MDM主数据网关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3949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dts-platform-webapp (数据平台)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路径: source/dts-platform-webapp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React 18.3 + TypeScript 5.6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Vite 6.2 + pnpm 10.28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Ant Design + Tailwind + Radix UI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+ ECharts 6.0 (图表)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+ Monaco Editor (SQL编辑器)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+ React Flow (血缘/流程图)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+ React Grid Layout (大屏)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功能模块: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- 数据目录 / 元数据浏览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- 数据血缘 / 影响分析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- SQL工作台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- BI大屏/仪表盘编辑器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- ETL管道开发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5. 后端服务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Backend Services (Spring Boot)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F9A"/>
                </a:solidFill>
                <a:latin typeface="Microsoft YaHei"/>
              </a:defRPr>
            </a:pPr>
            <a:r>
              <a:t>dts-admin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Spring Boot 3.4.5 + JHipster 8.11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DB: dts_admin (PostgreSQL)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核心功能: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组织/用户/角色管理 (多租户)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RBAC/ABAC 权限体系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审计日志 (全链路)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MDM主数据网关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PKI证书登录 (可选)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Microsoft YaHei"/>
              </a:defRPr>
            </a:pPr>
            <a:r>
              <a:t>dts-platform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Spring Boot 3.4.5 + JHipster 8.11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DB: dts_platform (PostgreSQL)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核心功能: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数据目录 (Hive/PG/多源)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数据血缘与影响分析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ETL管道执行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OpenMetadata集成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前置认证代理 (forward-auth)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93192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dts-ingestion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891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Spring Boot 3.4.5 + JHipster 8.11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DB: dts_common (PostgreSQL)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核心功能: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多源数据连接器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ETL任务执行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Addax数据迁移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数据校验/清洗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93192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Microsoft YaHei"/>
              </a:defRPr>
            </a:pPr>
            <a:r>
              <a:t>dts-analytics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3891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Spring Boot 3.4.5 + JHipster 8.11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DB: dts_analytics (PostgreSQL)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核心功能: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自助分析 (仪表盘/报表)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可视化查询构建器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Hetu BI集成后端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dts-common: 共享库 (审计拦截器/通用DTO/安全工具), 作为Maven依赖被所有后端服务引用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6. 数据管道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Data Pipeline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F9A"/>
                </a:solidFill>
                <a:latin typeface="Microsoft YaHei"/>
              </a:defRPr>
            </a:pPr>
            <a:r>
              <a:t>Airflow 调度引擎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镜像: dts-airflow-om:2.9.3-om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执行器: LocalExecutor (单机)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DAG目录: services/dts-airflow/dags/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UI: https://flow.dts.local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功能: DAG编排、定时调度、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任务监控、Addax/dbt任务触发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Microsoft YaHei"/>
              </a:defRPr>
            </a:pPr>
            <a:r>
              <a:t>dbt 数据转换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镜像: dts-dbt:1.10.0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项目: services/dts-dbt/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适配器: dbt-postgres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功能: SQL模型转换、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数据建模、质量测试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生成 manifest.json 供血缘追踪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39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4047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OpenMetadata 数据治理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39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镜像: openmetadata/server:1.11.5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搜索: Elasticsearch 8.11.4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UI: https://meta.dts.local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功能: 数据目录浏览、血缘追踪、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元数据搜索、数据质量指标、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标签/词汇表治理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49039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7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Microsoft YaHei"/>
              </a:defRPr>
            </a:pPr>
            <a:r>
              <a:t>Addax ETL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06239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镜像: dts-addax:6.0.8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网络: dts-core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功能: 多源数据抽取、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数据迁移 (JDBC/API/文件)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由Airflow DAG触发执行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66"/>
                </a:solidFill>
                <a:latin typeface="Microsoft YaHei"/>
              </a:defRPr>
            </a:pPr>
            <a:r>
              <a:t>数据流: Airflow调度 -&gt; Addax抽取(源数据) -&gt; PostgreSQL(原始表) -&gt; dbt转换(模型表) -&gt; OpenMetadata(血缘/元数据) -&gt; Platform UI(可视化浏览)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7. 认证与SSO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Keycloak OIDC/SSO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F9A"/>
                </a:solidFill>
                <a:latin typeface="Microsoft YaHei"/>
              </a:defRPr>
            </a:pPr>
            <a:r>
              <a:t>Keycloak 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版本: 26.3.4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Realm: S10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URL: https://sso.dts.local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Admin: admin / [KC_ADMIN_PWD]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DB: dts_keycloak (PostgreSQL)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PKI证书登录: 可选 (DTS_PKI_MODE)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Microsoft YaHei"/>
              </a:defRPr>
            </a:pPr>
            <a:r>
              <a:t>OAuth2 客户端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dts-system: Admin+Platform共用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Secret: JXAttb5vMEEAOQdkVKC1H0ajj4RrbPKs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Grant: Authorization Code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analytics: Hetu/Analytics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Secret: [ANALYTICS_OIDC_CLIENT_SECRET]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认证流程 (Authorization Code Flow)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1. 用户访问 https://bi.dts.local -&gt; Platform检查 portal_session Cookie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2. 未登录 -&gt; 302重定向到 Keycloak: /realms/S10/protocol/openid-connect/auth?client_id=dts-system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3. 用户在Keycloak完成登录 (用户名/密码 或 PKI证书)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4. Keycloak回调Platform, 携带 authorization_code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5. Platform用code换取 JWT Token, 写入 portal_session Cookie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6. 后续请求携带JWT, 由Spring Security OAuth2验证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7. 下游服务(OpenMetadata/Hetu等)通过Traefik前置认证代理(/api/forward-auth)验证身份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8. 反向代理与路由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Traefik Routing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474720"/>
                <a:gridCol w="41148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路由规则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目标服务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中间件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Host(sso.dts.local)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dts-keycloak:8080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TLS, 安全头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Host(api..) &amp;&amp; /admin/*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dts-admin:8081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Strip /admin, CORS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Host(api..) &amp;&amp; /platform/*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dts-platform:8081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Strip /platform, CORS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Host(biadmin..) &amp;&amp; /api/*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dts-admin:8081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CORS (同源)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Host(bi..) &amp;&amp; /api/*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dts-platform:8081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CORS (同源)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Host(bi..) &amp;&amp; /dashboards/*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Hetu :7778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Strip前缀, Host重写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Host(bi..) &amp;&amp; /screen/*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Hetu :7778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Host重写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Host(meta..)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dts-openmetadata:8585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前置认证, 安全头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Host(flow..)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dts-airflow:8080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TLS, 安全头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120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Microsoft YaHei"/>
              </a:defRPr>
            </a:pPr>
            <a:r>
              <a:t>关键中间件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539496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58952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中间件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security-headers@file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HSTS / X-Frame-Options / X-Content-Type / XSS过滤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cors-allow@file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自动匹配Origin / 允许Credentials / max-age=86400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platform-forward-auth@file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调用 /api/forward-auth 验证用户, 注入 X-DTS-User/Roles/Permissions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hetu-upstream-host@docker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重写Host头为 hetu.upstream:7778 (Hetu域名校验)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9. 开发工作流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Development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3657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F9A"/>
                </a:solidFill>
                <a:latin typeface="Microsoft YaHei"/>
              </a:defRPr>
            </a:pPr>
            <a:r>
              <a:t>1. 环境初始化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./init.sh single "Devops123@" dts.local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自动完成: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生成 .env (密码/域名/镜像)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生成 TLS 自签证书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创建 PG 数据库/用户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配置 Keycloak Realm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280160"/>
            <a:ext cx="3657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Microsoft YaHei"/>
              </a:defRPr>
            </a:pPr>
            <a:r>
              <a:t>2. 开发模式启动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docker compose -f docker-compose.yml \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-f docker-compose.dev.yml up -d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特点: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Java: Maven容器内编译, 热重载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前端: Vite dev server, HMR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- Debug: 5005(admin)/5006(platform)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657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3. 构建镜像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# Java服务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docker build -f builds/dts-admin/Dockerfile .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# 前端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cd source/dts-platform-webapp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pnpm install &amp;&amp; pnpm build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# 全量构建: builds/dts-build.sh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931920"/>
            <a:ext cx="36576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Microsoft YaHei"/>
              </a:defRPr>
            </a:pPr>
            <a:r>
              <a:t>4. 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# Java单元测试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mvn test -pl dts-admin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# 前端类型检查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pnpm run typecheck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# E2E测试 (Playwright)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cd tests/web-e2e &amp;&amp; npx playwright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3931920"/>
            <a:ext cx="36576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4023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66"/>
                </a:solidFill>
                <a:latin typeface="Microsoft YaHei"/>
              </a:defRPr>
            </a:pPr>
            <a:r>
              <a:t>5. 日志与调试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38912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# 查看日志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docker compose logs -f dts-admin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# 日志文件目录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logs/dts-admin/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logs/traefik/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logs/airflow/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# IDE远程调试: localhost:5005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931920"/>
            <a:ext cx="36576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023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0D9"/>
                </a:solidFill>
                <a:latin typeface="Microsoft YaHei"/>
              </a:defRPr>
            </a:pPr>
            <a:r>
              <a:t>6. 数据库访问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38912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# psql直连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psql -h 127.0.0.1 -U postgres -d dts_admin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# Docker exec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docker compose exec dts-pg psql \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-U postgres -d dts_platform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# Keycloak: https://sso.dts.local/admin/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# Airflow: http://127.0.0.1:18090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10. 关键配置与环境变量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Key Configuration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029200"/>
                <a:gridCol w="475488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配置分类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关键变量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基础域名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BASE_DOMAIN, HOST_SSO, HOST_API, HOST_PLATFORM_UI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所有服务URL的基础域名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PostgreSQL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PG_HOST, PG_PORT, PG_SUPER_PASSWORD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数据库连接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数据库用户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PG_DB_*/PG_USER_*/PG_PWD_* (每个服务)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每服务独立DB和用户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Keycloak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KC_ADMIN_PWD, KC_HOSTNAME, OIDC_ISSUER_URI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SSO配置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OAuth2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OAUTH2_*_CLIENT_ID/SECRET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OIDC客户端凭据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PKI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DTS_PKI_ENABLED/MODE/GATEWAY_*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X.509证书认证 (可选)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Airflow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AIRFLOW_FERNET_KEY, AIRFLOW_ADMIN_*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调度引擎配置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OpenMetadata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OPENMETADATA_JWT_SECRET, DTS_PLATFORM_OPENMETADATA_*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数据治理配置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镜像版本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IMAGE_DTS_ADMIN/PLATFORM/..., imgversion.conf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可独立覆盖镜像版本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Docker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DOCKER_API_VERSION, DOCKER_GID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Docker兼容性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安全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TRUSTED_PROXY_CIDRS, DTS_SECURITY_IP_ALLOWLIST_*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安全策略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配置文件层次: .env (主配置) &lt;- imgversion.conf (镜像版本覆盖) &lt;- Shell环境变量 (最高优先级)</a:t>
            </a:r>
            <a:br/>
            <a:r>
              <a:t>Compose文件组合: docker-compose.yml (基础) + docker-compose-app.yml (应用) + docker-compose.dev.yml (开发)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数据库架构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Database Schema (PostgreSQL 17.6)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694944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数据库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所属服务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主要表/用途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dts_admin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dts-admin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用户、组织、角色、权限、审计日志、MDM映射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dts_platform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dts-platform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数据源、目录、表、列、血缘、脚本、执行记录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dts_common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dts-ingestion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接入任务、连接器配置、调度记录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dts_analytics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dts-analytics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仪表盘、报表、查询、可视化配置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dts_keycloak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dts-keycloak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Keycloak内部 (Realm/Client/User/Session)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airflow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dts-airflow-*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DAG状态、任务日志、变量、连接、XCom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openmetadata_db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dts-openmetadata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元数据实体、血缘关系、标签、搜索索引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dts_ranger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Ranger (可选)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授权策略 (Hadoop生态)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所有数据库运行在同一 PostgreSQL 17.6 实例中，通过独立用户和权限隔离。生产环境建议使用外部托管数据库。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项目目录结构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Project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s10-stack/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docker-compose.yml          # 基础设施 (PG/Traefik/Keycloak/Airflow/...)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docker-compose-app.yml      # 应用服务 (预构建镜像)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docker-compose.dev.yml      # 开发覆盖 (源码挂载+热重载)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init.sh                     # 环境初始化脚本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.env                        # 主配置文件 (init.sh生成)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imgversion.conf             # 镜像版本覆盖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source/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  dts-admin/                # Java: 管理后台服务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  dts-platform/             # Java: 数据平台服务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  dts-ingestion/            # Java: 数据接入服务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  dts-analytics/            # Java: 分析引擎服务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  dts-common/               # Java: 共享库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  dts-admin-webapp/         # React: 管理后台前端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  dts-platform-webapp/      # React: 数据平台前端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  dts-session-core/         # TS: 共享Session/Auth库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builds/                     # Dockerfile + 构建脚本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services/                   # 运行时配置 (Traefik/PG/Airflow/dbt/certs)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logs/                       # 各服务日志输出目录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tests/web-e2e/              # Playwright E2E测试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CCEE"/>
                </a:solidFill>
                <a:latin typeface="Microsoft YaHei"/>
              </a:defRPr>
            </a:pPr>
            <a:r>
              <a:t>如有任何问题，请联系项目组成员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